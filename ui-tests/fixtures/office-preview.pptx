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1371600"/>
            <a:ext cx="10363200" cy="1828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3200" b="1"/>
              <a:t>Wisp PPTX preview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0D9488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isp">
      <a:majorFont>
        <a:latin typeface="Arial"/>
      </a:majorFont>
      <a:minorFont>
        <a:latin typeface="Arial"/>
      </a:minorFont>
    </a:fontScheme>
    <a:fmtScheme name="Wisp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